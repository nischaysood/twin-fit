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TwinFit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822960" y="3200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Virtual Try-On &amp; Size Intelligence for Indian Fashion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Fit Problem, Solved  ·  One line of code for any retailer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AMD Developer Hackathon ACT II  ·  Team TWINFIT-AI  ·  Nischay Sood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third order comes back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4F7F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25–35%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rate in Indian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fashion e-commerce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80560" y="155448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4F7FB"/>
          </a:solidFill>
          <a:ln/>
        </p:spPr>
      </p:sp>
      <p:sp>
        <p:nvSpPr>
          <p:cNvPr id="7" name="Text 5"/>
          <p:cNvSpPr/>
          <p:nvPr/>
        </p:nvSpPr>
        <p:spPr>
          <a:xfrm>
            <a:off x="4480560" y="18288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$21.6B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480560" y="27432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size, growing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24% CAGR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321040" y="155448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4F7FB"/>
          </a:solidFill>
          <a:ln/>
        </p:spPr>
      </p:sp>
      <p:sp>
        <p:nvSpPr>
          <p:cNvPr id="10" name="Text 8"/>
          <p:cNvSpPr/>
          <p:nvPr/>
        </p:nvSpPr>
        <p:spPr>
          <a:xfrm>
            <a:off x="8321040" y="18288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321040" y="27432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 for returns: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size &amp; fit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2062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Shoppers can't tell if an M at Zara equals an M at Myntra — and they can't see the garment on their own body. </a:t>
            </a:r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return costs the retailer shipping, repackaging, and often the customer.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TwinFit: three answers in one widget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31520" y="1572768"/>
            <a:ext cx="685800" cy="6858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727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91640" y="1463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Intelligence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91640" y="1901952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Brand-calibrated charts (H&amp;M, Zara, Myntra). Confidence %, fit notes tuned for ethnic wear, and a return-risk flag.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3172968"/>
            <a:ext cx="685800" cy="6858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1729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91640" y="30632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Garment Analysis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691640" y="3502152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vision LLM reads the product image: category, sleeve, fit, fabric, color. Zero catalog work for the retailer.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4773168"/>
            <a:ext cx="685800" cy="6858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7731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691640" y="46634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Try-On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691640" y="5102352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IDM-VTON diffusion model renders the shopper wearing the exact garment — same face, same pose, their body.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Shopper flow: measurements → size card → auto-analyzed garment → photo → try-on image. Under two minutes.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retailer does this — and nothing else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972800" cy="1463040"/>
          </a:xfrm>
          <a:prstGeom prst="roundRect">
            <a:avLst>
              <a:gd name="adj" fmla="val 6250"/>
            </a:avLst>
          </a:prstGeom>
          <a:solidFill>
            <a:srgbClr val="0F244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916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E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 src="https://twinfit.app/widget.js" data-brand="myntra" defer&gt;&lt;/script&gt;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7FE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src="product.jpg" data-twinfit&gt;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4747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On button appears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widget injects it under every tagged product image automatically.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80560" y="34747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TwinFit opens in a modal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480560" y="41148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Garment pre-loaded, brand pre-set, analysis already running in the background.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321040" y="34747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inside their page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321040" y="41148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Shopper never leaves the store. Retailer keeps the conversion.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Demonstrated live on a demo retailer storefront in our video.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AMD, engineered to never break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CASCADE — every try-on walks this ladder: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6675120" cy="749808"/>
          </a:xfrm>
          <a:prstGeom prst="roundRect">
            <a:avLst>
              <a:gd name="adj" fmla="val 9756"/>
            </a:avLst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9339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IDM-VTON @ AMD GPU (ROCm)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322576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&amp; demonstrated during this hackathon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6675120" cy="749808"/>
          </a:xfrm>
          <a:prstGeom prst="roundRect">
            <a:avLst>
              <a:gd name="adj" fmla="val 9756"/>
            </a:avLst>
          </a:prstGeom>
          <a:solidFill>
            <a:srgbClr val="3E5C8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90779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IDM-VTON @ hosted GPU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236976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inference fallback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6675120" cy="749808"/>
          </a:xfrm>
          <a:prstGeom prst="roundRect">
            <a:avLst>
              <a:gd name="adj" fmla="val 9756"/>
            </a:avLst>
          </a:prstGeom>
          <a:solidFill>
            <a:srgbClr val="6B85A8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82219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FLUX Kontext @ Fireworks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151376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Last-resort generative fallback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80960" y="1920240"/>
            <a:ext cx="3931920" cy="2606040"/>
          </a:xfrm>
          <a:prstGeom prst="roundRect">
            <a:avLst>
              <a:gd name="adj" fmla="val 3509"/>
            </a:avLst>
          </a:prstGeom>
          <a:solidFill>
            <a:srgbClr val="F4F7FB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0" y="2103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AMD in this project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55280" y="251460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IDM-VTON running on AMD GPU via ROCm — PyTorch runs the CUDA codebase unmodified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MI300X deployment kit shipped in repo (scripts + notebook)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3 vLLM/ROCm serving script included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Stack: FastAPI · Next.js · IDM-VTON (SDXL) · Fireworks AI vision · Gradio · Docker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394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hackathon's shared GPU pool stress-tested our failover in production conditions — shoppers would never have seen a broken screen.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wedge into a $21.6B market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2E9E5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190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0" y="146304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product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743200" y="186537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demo: widget, size engine, garment AI, try-on. AMD deployment code shipped.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077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0" y="265176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Shopify App (60 days)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743200" y="30540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extension = zero-code install. One listing reaches every clothing store on Shopify. Billing API = revenue from day one.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0965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43200" y="384048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D2C &amp; marketplace API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743200" y="424281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Myntra Rising Stars sellers, AJIO, white-label API for large D2C brands.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02920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2852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743200" y="50292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Fit-data flywheel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743200" y="543153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try-on and avoided return trains India-specific size models — the data moat.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Pricing: SaaS subscription + per-try-on fee. A 20% return reduction pays for TwinFit many times over.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TwinFit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822960" y="2926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solo in 72 hours: working product, B2B embed, four-engine AI architecture,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AMD deployment demonstrated on real silicon.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fit problem, solved — one script tag at a time.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github.com/nischaysood/twinfit  ·  Demo video in submission  ·  nischay02sood@gmail.com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2026-07-11T15:31:30Z</dcterms:created>
  <dcterms:modified xsi:type="dcterms:W3CDTF">2026-07-11T15:31:30Z</dcterms:modified>
</cp:coreProperties>
</file>